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SKILL IS YOUR PASSPORT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it. Show it. Take it global.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11247120" cy="4114800"/>
          </a:xfrm>
          <a:prstGeom prst="roundRect">
            <a:avLst>
              <a:gd name="adj" fmla="val 2889"/>
            </a:avLst>
          </a:prstGeom>
          <a:solidFill>
            <a:srgbClr val="102238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500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3054096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6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multilingual global skilled-workforce marketplace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7824" y="387705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CE5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Voice-to-CV  •  30-second SkillShow  •  Verified Jobs  •  Worker-Owned Profiles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86968" y="480060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0B7A5"/>
          </a:solidFill>
          <a:ln w="8890">
            <a:solidFill>
              <a:srgbClr val="00B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800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JOURNEY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48006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4800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JOURNEY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platform. Five connected journeys.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profile is the centre; all other roles connect with permission.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547872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" y="26791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• Show • Apply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1965960"/>
            <a:ext cx="3547872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6791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• Search • Hire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547872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4464" y="26791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Mandate • Recruit • Deploy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547872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" y="44165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• Verify • Showcase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3703320"/>
            <a:ext cx="3547872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80560" y="441655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• Protect • Analyze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marketplace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records: worker, skill, job, application and recruitment case.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97510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7510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creates Global Skill Passport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197510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97510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07992" y="237744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or agency publishes verified job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47304" y="182880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1896" y="197510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97510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30184" y="237744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applies with a profile snapshot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84962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84962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425196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shortlists and interviews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25112" y="370332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9704" y="384962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9704" y="384962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425196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partner manages mobility where required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47304" y="3703320"/>
            <a:ext cx="3493008" cy="1353312"/>
          </a:xfrm>
          <a:prstGeom prst="roundRect">
            <a:avLst>
              <a:gd name="adj" fmla="val 87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1896" y="3849624"/>
            <a:ext cx="45720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1896" y="3849624"/>
            <a:ext cx="457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30184" y="4251960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tracks travel and joining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marketplace — homepage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mockup • Two clear entry points: find work and hire talent.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47888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47888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04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265176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SKILL IS YOUR PASSPORT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96696" y="32552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overseas opportunities. Create your profile by speaking.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96696" y="3794760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3794760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61488" y="3794760"/>
            <a:ext cx="1600200" cy="0"/>
          </a:xfrm>
          <a:prstGeom prst="roundRect">
            <a:avLst>
              <a:gd name="adj" fmla="val Infinity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3794760"/>
            <a:ext cx="1600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HIRE TALENT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6696" y="4498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BY SKILL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6696" y="4901184"/>
            <a:ext cx="1225296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90118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40864" y="4901184"/>
            <a:ext cx="1225296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490118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85032" y="4901184"/>
            <a:ext cx="1225296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490118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0" y="4901184"/>
            <a:ext cx="1225296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90118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HVAC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73368" y="4901184"/>
            <a:ext cx="1225296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90118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6696" y="5495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DESTINATIONS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96696" y="5833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     Saudi Arabia     Poland     Japan     Czechia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homepage is a marketplace, not a corporate brochure. Workers and employers should reach their journey in one tap.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onboarding — language and phone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mockups • Low-friction, multilingual, OTP-first.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3926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7206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322576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language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3816" y="2935224"/>
            <a:ext cx="2532888" cy="457200"/>
          </a:xfrm>
          <a:prstGeom prst="roundRect">
            <a:avLst>
              <a:gd name="adj" fmla="val 26000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01752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বাংলা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" y="3502152"/>
            <a:ext cx="2532888" cy="457200"/>
          </a:xfrm>
          <a:prstGeom prst="roundRect">
            <a:avLst>
              <a:gd name="adj" fmla="val 2600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58444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हिन्दी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" y="4069080"/>
            <a:ext cx="2532888" cy="457200"/>
          </a:xfrm>
          <a:prstGeom prst="roundRect">
            <a:avLst>
              <a:gd name="adj" fmla="val 2600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151376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اردو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" y="4636008"/>
            <a:ext cx="2532888" cy="457200"/>
          </a:xfrm>
          <a:prstGeom prst="roundRect">
            <a:avLst>
              <a:gd name="adj" fmla="val 2600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718304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नेपाली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" y="5202936"/>
            <a:ext cx="2532888" cy="457200"/>
          </a:xfrm>
          <a:prstGeom prst="roundRect">
            <a:avLst>
              <a:gd name="adj" fmla="val 2600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52852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97096" y="2322576"/>
            <a:ext cx="2532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to BLUESKILLS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97096" y="314553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mobile number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97096" y="3538728"/>
            <a:ext cx="2532888" cy="512064"/>
          </a:xfrm>
          <a:prstGeom prst="roundRect">
            <a:avLst>
              <a:gd name="adj" fmla="val 23214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364845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+880  1XXXXXXXXX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97096" y="4306824"/>
            <a:ext cx="2532888" cy="438912"/>
          </a:xfrm>
          <a:prstGeom prst="roundRect">
            <a:avLst>
              <a:gd name="adj" fmla="val 16667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7096" y="4306824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OTP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97096" y="5093208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complicated password required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first → mobile number → OTP → basic profile. Email is optional for workers.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Voice-to-CV — speak, confirm, create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feature • Worker can use their own language.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3926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7206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2231136"/>
            <a:ext cx="2532888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231136"/>
            <a:ext cx="2532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 OF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" y="2889504"/>
            <a:ext cx="253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 do you do?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9616" y="403250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🎙</a:t>
            </a:r>
            <a:endParaRPr lang="en-US" sz="4500" dirty="0"/>
          </a:p>
        </p:txBody>
      </p:sp>
      <p:sp>
        <p:nvSpPr>
          <p:cNvPr id="17" name="Shape 15"/>
          <p:cNvSpPr/>
          <p:nvPr/>
        </p:nvSpPr>
        <p:spPr>
          <a:xfrm>
            <a:off x="813816" y="5248656"/>
            <a:ext cx="2532888" cy="475488"/>
          </a:xfrm>
          <a:prstGeom prst="roundRect">
            <a:avLst>
              <a:gd name="adj" fmla="val 1538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5248656"/>
            <a:ext cx="2532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TAP AND SPEAK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97096" y="2231136"/>
            <a:ext cx="2532888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096" y="2231136"/>
            <a:ext cx="2532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ANSWER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97096" y="296265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understood: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197096" y="3483864"/>
            <a:ext cx="253288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357530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25112" y="387705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97096" y="462686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correct?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97096" y="5166360"/>
            <a:ext cx="2532888" cy="457200"/>
          </a:xfrm>
          <a:prstGeom prst="roundRect">
            <a:avLst>
              <a:gd name="adj" fmla="val 16000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51663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CONTINUE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97096" y="579729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answer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is converted into structured fields. Every answer must be confirmed or corrected before publishing.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onboarding — seven simple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 → Experience → Countries → Skills → Passport → Availability → Destination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755648"/>
            <a:ext cx="3200400" cy="5010912"/>
          </a:xfrm>
          <a:prstGeom prst="roundRect">
            <a:avLst>
              <a:gd name="adj" fmla="val 8000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65376"/>
            <a:ext cx="3017520" cy="4782312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5940" y="1901952"/>
            <a:ext cx="832104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042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voice-built profile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862072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11532" y="2862072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328416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11532" y="3328416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years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794760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worked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11532" y="3794760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Bangladesh, UAE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261104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11532" y="4261104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wiring,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727448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11532" y="4727448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5193792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11532" y="5193792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660136"/>
            <a:ext cx="1270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countries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11532" y="5660136"/>
            <a:ext cx="1491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UAE, Poland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6336792"/>
            <a:ext cx="2761488" cy="420624"/>
          </a:xfrm>
          <a:prstGeom prst="roundRect">
            <a:avLst>
              <a:gd name="adj" fmla="val 17391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6336792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MY PROFILE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1856232"/>
            <a:ext cx="388620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002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typing required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2313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Speech-driven form filling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2907792"/>
            <a:ext cx="388620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054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any answer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26280" y="33649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confirms interpreted information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3959352"/>
            <a:ext cx="388620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41056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and continue later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26280" y="44165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onboarding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5010912"/>
            <a:ext cx="388620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51572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Occupation-specific skills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26280" y="54681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taxonomy, not free text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SkillShow — 30-second practical video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demonstrates work; it is not an automatic skill certification.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1792" y="1737360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47088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1358" y="1883664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5072" y="1737360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96512" y="1847088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04638" y="1883664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3113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what you can 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" y="2871216"/>
            <a:ext cx="2532888" cy="2322576"/>
          </a:xfrm>
          <a:prstGeom prst="roundRect">
            <a:avLst>
              <a:gd name="adj" fmla="val 5118"/>
            </a:avLst>
          </a:prstGeom>
          <a:solidFill>
            <a:srgbClr val="E3EDF8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29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841248" y="53400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 / 00:30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" y="5806440"/>
            <a:ext cx="2532888" cy="420624"/>
          </a:xfrm>
          <a:prstGeom prst="roundRect">
            <a:avLst>
              <a:gd name="adj" fmla="val 17391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806440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VIDEO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4528" y="22677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 your skills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24528" y="2926080"/>
            <a:ext cx="2532888" cy="484632"/>
          </a:xfrm>
          <a:prstGeom prst="roundRect">
            <a:avLst>
              <a:gd name="adj" fmla="val 24528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03580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Industrial wiring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4528" y="3557016"/>
            <a:ext cx="2532888" cy="484632"/>
          </a:xfrm>
          <a:prstGeom prst="roundRect">
            <a:avLst>
              <a:gd name="adj" fmla="val 24528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666744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DB installation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24528" y="4187952"/>
            <a:ext cx="2532888" cy="484632"/>
          </a:xfrm>
          <a:prstGeom prst="roundRect">
            <a:avLst>
              <a:gd name="adj" fmla="val 24528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429768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 Cable termination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24528" y="4818888"/>
            <a:ext cx="2532888" cy="484632"/>
          </a:xfrm>
          <a:prstGeom prst="roundRect">
            <a:avLst>
              <a:gd name="adj" fmla="val 24528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492861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 Troubleshooting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24528" y="5833872"/>
            <a:ext cx="2532888" cy="420624"/>
          </a:xfrm>
          <a:prstGeom prst="roundRect">
            <a:avLst>
              <a:gd name="adj" fmla="val 17391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5833872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SKILLSHOW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/ upload / preview / re-record / tag skills / moderation / publish. Keep it safe and lightweight.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Skill Passport — worker-owned identity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profile is reused for applications, employers, agencies and training centres.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3291840" cy="5084064"/>
          </a:xfrm>
          <a:prstGeom prst="roundRect">
            <a:avLst>
              <a:gd name="adj" fmla="val 7778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3108960" cy="4855464"/>
          </a:xfrm>
          <a:prstGeom prst="roundRect">
            <a:avLst>
              <a:gd name="adj" fmla="val 6471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8061" y="1865376"/>
            <a:ext cx="85587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311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 RAHIM UDDIN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9536" y="257860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Trade Professional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" y="2944368"/>
            <a:ext cx="150876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4436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verified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" y="3392424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YEARS EXPERIENCE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374904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Bangladesh 5y  •  UAE 3y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4215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4553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wiring • DB installation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• Troubleshooting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" y="5266944"/>
            <a:ext cx="2852928" cy="603504"/>
          </a:xfrm>
          <a:prstGeom prst="roundRect">
            <a:avLst>
              <a:gd name="adj" fmla="val 19697"/>
            </a:avLst>
          </a:prstGeom>
          <a:solidFill>
            <a:srgbClr val="E5F0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413248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Watch 30-sec SkillShow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9536" y="6227064"/>
            <a:ext cx="2852928" cy="393192"/>
          </a:xfrm>
          <a:prstGeom prst="roundRect">
            <a:avLst>
              <a:gd name="adj" fmla="val 1860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6227064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MY PASSPORT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1856232"/>
            <a:ext cx="4023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002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controls profile visibility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53712" y="2313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Employers only / applications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2916936"/>
            <a:ext cx="4023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Evidence-specific verification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3374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blanket “verified skills” claim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70832" y="3977640"/>
            <a:ext cx="4023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remain restricted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53712" y="4434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public passport scans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70832" y="5038344"/>
            <a:ext cx="402336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5184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professional identity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53712" y="54955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history grows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marketplace — search and discovery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by country, trade and working conditions.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46120" cy="5065776"/>
          </a:xfrm>
          <a:prstGeom prst="roundRect">
            <a:avLst>
              <a:gd name="adj" fmla="val 7887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47088"/>
            <a:ext cx="3063240" cy="483717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1144" y="1883664"/>
            <a:ext cx="843991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0370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Jobs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59536" y="2743200"/>
            <a:ext cx="2807208" cy="420624"/>
          </a:xfrm>
          <a:prstGeom prst="roundRect">
            <a:avLst>
              <a:gd name="adj" fmla="val 28261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825496"/>
            <a:ext cx="2624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jobs or countries...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" y="3328416"/>
            <a:ext cx="841248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328416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92224" y="3328416"/>
            <a:ext cx="841248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3328416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24912" y="3328416"/>
            <a:ext cx="841248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3328416"/>
            <a:ext cx="841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Japan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9536" y="3867912"/>
            <a:ext cx="280720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9593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Electrician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" y="42702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Dubai, UAE  •  AED — disclosed in listing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" y="4828032"/>
            <a:ext cx="280720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91947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Professional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9264" y="523036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Poland  •  EUR — disclosed in listing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9536" y="5788152"/>
            <a:ext cx="280720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8795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Technician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" y="619048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Japan  •  JPY — disclosed in listing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real, verified and available opportunities should be published. Values shown in mockups are placeholders, not live vacancies.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Truth Card — transparent before applying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standard layout for employer and agency postings.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709928"/>
            <a:ext cx="3246120" cy="5111496"/>
          </a:xfrm>
          <a:prstGeom prst="roundRect">
            <a:avLst>
              <a:gd name="adj" fmla="val 7887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19656"/>
            <a:ext cx="3063240" cy="4882896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9432" y="1856232"/>
            <a:ext cx="843991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167128"/>
            <a:ext cx="2807208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67128"/>
            <a:ext cx="2807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VERIFICATION STATUS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5328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Electrician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7824" y="291693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Dubai, UAE • ABC Contracting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3392424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1068" y="3392424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— disclosed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3776472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/ overtime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1068" y="3776472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specified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" y="4160520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Accommodation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1068" y="4160520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/ not provided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4544568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Airfare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1068" y="4544568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Disclosed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4928616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1068" y="4928616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and verified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" y="5312664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costs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1068" y="5312664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7824" y="5696712"/>
            <a:ext cx="1291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1068" y="5696712"/>
            <a:ext cx="1543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UAE-EL-0001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7824" y="6291072"/>
            <a:ext cx="2807208" cy="420624"/>
          </a:xfrm>
          <a:prstGeom prst="roundRect">
            <a:avLst>
              <a:gd name="adj" fmla="val 17391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6291072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 DO THIS JOB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0832" y="1865376"/>
            <a:ext cx="39776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2011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identity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53712" y="232257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clear before worker consent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70832" y="2926080"/>
            <a:ext cx="39776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30723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and overtime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53712" y="33832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clear before worker consent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70832" y="3986784"/>
            <a:ext cx="39776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4133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Visa, travel and housing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53712" y="44439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clear before worker consent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70832" y="5047488"/>
            <a:ext cx="397764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3712" y="5193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Itemized worker costs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53712" y="55046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clear before worker consent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once — track every stage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snapshot + explicit document-sharing consent.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7934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746504"/>
            <a:ext cx="2971800" cy="5029200"/>
          </a:xfrm>
          <a:prstGeom prst="roundRect">
            <a:avLst>
              <a:gd name="adj" fmla="val 8615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856232"/>
            <a:ext cx="2788920" cy="4800600"/>
          </a:xfrm>
          <a:prstGeom prst="roundRect">
            <a:avLst>
              <a:gd name="adj" fmla="val 7213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2926" y="1892808"/>
            <a:ext cx="772668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267712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 employer?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77824" y="2898648"/>
            <a:ext cx="2532888" cy="402336"/>
          </a:xfrm>
          <a:prstGeom prst="roundRect">
            <a:avLst>
              <a:gd name="adj" fmla="val 29545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980944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Skill Passport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" y="3419856"/>
            <a:ext cx="2532888" cy="402336"/>
          </a:xfrm>
          <a:prstGeom prst="roundRect">
            <a:avLst>
              <a:gd name="adj" fmla="val 29545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50215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SkillShow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" y="3941064"/>
            <a:ext cx="2532888" cy="402336"/>
          </a:xfrm>
          <a:prstGeom prst="roundRect">
            <a:avLst>
              <a:gd name="adj" fmla="val 29545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023360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Work experience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" y="4462272"/>
            <a:ext cx="2532888" cy="402336"/>
          </a:xfrm>
          <a:prstGeom prst="roundRect">
            <a:avLst>
              <a:gd name="adj" fmla="val 29545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54456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Training certificates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" y="5221224"/>
            <a:ext cx="2532888" cy="502920"/>
          </a:xfrm>
          <a:prstGeom prst="roundRect">
            <a:avLst>
              <a:gd name="adj" fmla="val 23636"/>
            </a:avLst>
          </a:prstGeom>
          <a:solidFill>
            <a:srgbClr val="FFF3DB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534924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 scan: not shared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" y="5952744"/>
            <a:ext cx="2532888" cy="420624"/>
          </a:xfrm>
          <a:prstGeom prst="roundRect">
            <a:avLst>
              <a:gd name="adj" fmla="val 17391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952744"/>
            <a:ext cx="2532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APPLICATION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42816" y="227685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Application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379976" y="2944368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B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79976" y="3410712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B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reviewed 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79976" y="3877056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Shortlisted 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79976" y="4343400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79976" y="4809744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assessment 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79976" y="5276088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79976" y="5742432"/>
            <a:ext cx="2258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case 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preserve a profile snapshot. Workers can see status, next action, and who is handling the case.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Recruitment journey — transparent mobility tracking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acceptance creates a separate case for documents, permits and travel.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746504"/>
            <a:ext cx="3246120" cy="5047488"/>
          </a:xfrm>
          <a:prstGeom prst="roundRect">
            <a:avLst>
              <a:gd name="adj" fmla="val 7887"/>
            </a:avLst>
          </a:prstGeom>
          <a:solidFill>
            <a:srgbClr val="0F2036"/>
          </a:solidFill>
          <a:ln w="8890">
            <a:solidFill>
              <a:srgbClr val="0F20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56232"/>
            <a:ext cx="3063240" cy="4818888"/>
          </a:xfrm>
          <a:prstGeom prst="roundRect">
            <a:avLst>
              <a:gd name="adj" fmla="val 656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1144" y="1892808"/>
            <a:ext cx="843991" cy="91440"/>
          </a:xfrm>
          <a:prstGeom prst="roundRect">
            <a:avLst>
              <a:gd name="adj" fmla="val 80000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76856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journey to UAE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9536" y="2926080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92608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35024" y="2926080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selected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" y="3346704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4670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35024" y="3346704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accepted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" y="3767328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6732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35024" y="3767328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 received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" y="4187952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187952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35024" y="4187952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pending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" y="4608576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460857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35024" y="4608576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permit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9536" y="5029200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02920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35024" y="5029200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" y="5449824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544982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35024" y="5449824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" y="5870448"/>
            <a:ext cx="329184" cy="265176"/>
          </a:xfrm>
          <a:prstGeom prst="roundRect">
            <a:avLst>
              <a:gd name="adj" fmla="val 34483"/>
            </a:avLst>
          </a:prstGeom>
          <a:solidFill>
            <a:srgbClr val="F4F8FC"/>
          </a:solidFill>
          <a:ln w="8890">
            <a:solidFill>
              <a:srgbClr val="F4F8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587044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35024" y="5870448"/>
            <a:ext cx="2276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" y="6391656"/>
            <a:ext cx="2807208" cy="393192"/>
          </a:xfrm>
          <a:prstGeom prst="roundRect">
            <a:avLst>
              <a:gd name="adj" fmla="val 1860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6391656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NEXT ACTION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15968" y="1865376"/>
            <a:ext cx="4096512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201168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&amp; contract review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498848" y="232257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visible to the worker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15968" y="2926080"/>
            <a:ext cx="4096512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30723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document permissions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498848" y="338328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visible to the worker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15968" y="3986784"/>
            <a:ext cx="4096512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413308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Country-specific permit stages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498848" y="444398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visible to the worker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15968" y="5047488"/>
            <a:ext cx="4096512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98848" y="519379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and audit trail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498848" y="550468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visible to the worker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onboarding — verified organizations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registration, verification and role-based team access.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3776" y="1847088"/>
            <a:ext cx="8229600" cy="4425696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847088"/>
            <a:ext cx="8229600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920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51176" y="1938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" y="253288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employer account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4984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74136" y="3218688"/>
            <a:ext cx="4206240" cy="420624"/>
          </a:xfrm>
          <a:prstGeom prst="roundRect">
            <a:avLst>
              <a:gd name="adj" fmla="val 28261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3291840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Contracting LLC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4984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74136" y="3858768"/>
            <a:ext cx="4206240" cy="420624"/>
          </a:xfrm>
          <a:prstGeom prst="roundRect">
            <a:avLst>
              <a:gd name="adj" fmla="val 28261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3931920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United Arab Emirates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4498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74136" y="4498848"/>
            <a:ext cx="4206240" cy="420624"/>
          </a:xfrm>
          <a:prstGeom prst="roundRect">
            <a:avLst>
              <a:gd name="adj" fmla="val 28261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4572000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hr@example.com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4984" y="5138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 / trade licence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4136" y="5138928"/>
            <a:ext cx="4206240" cy="420624"/>
          </a:xfrm>
          <a:prstGeom prst="roundRect">
            <a:avLst>
              <a:gd name="adj" fmla="val 28261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5212080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document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4984" y="5916168"/>
            <a:ext cx="2971800" cy="402336"/>
          </a:xfrm>
          <a:prstGeom prst="roundRect">
            <a:avLst>
              <a:gd name="adj" fmla="val 18182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591616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FOR VERIFICATION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identity is verified before employer badges and sensitive talent-access permissions are enabled.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dashboard — recruitment control centre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mockup • Jobs, candidates, headcount and next actions.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84632" y="1856232"/>
            <a:ext cx="8229600" cy="4425696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856232"/>
            <a:ext cx="8229600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42032" y="19476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444752" cy="3529584"/>
          </a:xfrm>
          <a:prstGeom prst="roundRect">
            <a:avLst>
              <a:gd name="adj" fmla="val 6329"/>
            </a:avLst>
          </a:prstGeom>
          <a:solidFill>
            <a:srgbClr val="EDF4FB"/>
          </a:solidFill>
          <a:ln w="8890">
            <a:solidFill>
              <a:srgbClr val="ED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61518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300837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34015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37947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418795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" y="458114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86584" y="2560320"/>
            <a:ext cx="239572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688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jobs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32888" y="2980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38344" y="2560320"/>
            <a:ext cx="239572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6883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4648" y="2980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3,450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386584" y="3621024"/>
            <a:ext cx="239572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Shortlisted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32888" y="40416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38344" y="3621024"/>
            <a:ext cx="239572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84648" y="40416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386584" y="48920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86584" y="4892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A JOB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71416" y="4892040"/>
            <a:ext cx="2029968" cy="411480"/>
          </a:xfrm>
          <a:prstGeom prst="roundRect">
            <a:avLst>
              <a:gd name="adj" fmla="val 17778"/>
            </a:avLst>
          </a:prstGeom>
          <a:solidFill>
            <a:srgbClr val="00B7A5"/>
          </a:solidFill>
          <a:ln w="8890">
            <a:solidFill>
              <a:srgbClr val="00B7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1416" y="489204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TALENT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dashboard data. Employer teams see job approvals, candidates, project stages and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job builder — structured Truth Card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Wizard: requirement → skills → compensation → mobility → preview → verification.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57032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57032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13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2542032"/>
            <a:ext cx="306324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063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OF 5 · EMPLOYMENT TERMS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5256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title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3017520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3054096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Electrician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" y="3483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3483864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3520440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3950208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3986784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Dubai, UAE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" y="4416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salary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4416552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4453128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verified amount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" y="4882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Accommodation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4882896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4919472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/ not provided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costs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0128" y="5349240"/>
            <a:ext cx="4114800" cy="338328"/>
          </a:xfrm>
          <a:prstGeom prst="roundRect">
            <a:avLst>
              <a:gd name="adj" fmla="val 35135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5385816"/>
            <a:ext cx="3858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Itemize all charges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" y="6044184"/>
            <a:ext cx="3017520" cy="393192"/>
          </a:xfrm>
          <a:prstGeom prst="roundRect">
            <a:avLst>
              <a:gd name="adj" fmla="val 1860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604418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JOB TRUTH CARD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structured job object powers the worker Truth Card, search filters, compliance review and job details.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talent search — practical skills first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filters, SkillShow previews and controlled contact permissions.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75320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75320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450592"/>
            <a:ext cx="1691640" cy="3566160"/>
          </a:xfrm>
          <a:prstGeom prst="roundRect">
            <a:avLst>
              <a:gd name="adj" fmla="val 5405"/>
            </a:avLst>
          </a:prstGeom>
          <a:solidFill>
            <a:srgbClr val="EDF4FB"/>
          </a:solidFill>
          <a:ln w="8890">
            <a:solidFill>
              <a:srgbClr val="ED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1518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Trade: Electrician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08376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Experience: 5+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01568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experience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Passport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SkillShow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58114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5237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skilled professionals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578608" y="3017520"/>
            <a:ext cx="5257800" cy="786384"/>
          </a:xfrm>
          <a:prstGeom prst="roundRect">
            <a:avLst>
              <a:gd name="adj" fmla="val 15116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Rahim Uddin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34056" y="3419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Electrician • 8y • UAE 3y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3255264"/>
            <a:ext cx="1307592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255264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SkillShow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78608" y="3931920"/>
            <a:ext cx="5257800" cy="786384"/>
          </a:xfrm>
          <a:prstGeom prst="roundRect">
            <a:avLst>
              <a:gd name="adj" fmla="val 15116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4056" y="4032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Karim Ahmed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34056" y="4334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Electrician • 6y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6208" y="4169664"/>
            <a:ext cx="1307592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4169664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SkillShow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78608" y="4846320"/>
            <a:ext cx="5257800" cy="786384"/>
          </a:xfrm>
          <a:prstGeom prst="roundRect">
            <a:avLst>
              <a:gd name="adj" fmla="val 15116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34056" y="4946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Hasan Ali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34056" y="52486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Technician • 10y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36208" y="5084064"/>
            <a:ext cx="1307592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5084064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SkillShow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are not ranked by video alone. Search shows transparent skill, experience and verification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recruitment pipeline — bulk hiring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applicant-to-joining conversion with a shared project workspace.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66176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66176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Electricians — Dubai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2104" y="3044952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546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438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1,240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36976" y="3044952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1546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3438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41848" y="3044952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31546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9864" y="343814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2104" y="4114800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224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45079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36976" y="4114800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4224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45079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41848" y="4114800"/>
            <a:ext cx="2212848" cy="841248"/>
          </a:xfrm>
          <a:prstGeom prst="roundRect">
            <a:avLst>
              <a:gd name="adj" fmla="val 141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9864" y="42245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9864" y="45079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1248" y="5422392"/>
            <a:ext cx="7095744" cy="393192"/>
          </a:xfrm>
          <a:prstGeom prst="roundRect">
            <a:avLst>
              <a:gd name="adj" fmla="val 30233"/>
            </a:avLst>
          </a:prstGeom>
          <a:solidFill>
            <a:srgbClr val="E3F8E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4955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 →  Screened  →  Interview  →  Selected  →  Mobility  →  Joined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actions, candidate stage histories, interviews, assessment records and per-project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agency — mandates and deployment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is verified and linked to a real employer job order.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66176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66176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450592"/>
            <a:ext cx="1664208" cy="3557016"/>
          </a:xfrm>
          <a:prstGeom prst="roundRect">
            <a:avLst>
              <a:gd name="adj" fmla="val 5495"/>
            </a:avLst>
          </a:prstGeom>
          <a:solidFill>
            <a:srgbClr val="EDF4FB"/>
          </a:solidFill>
          <a:ln w="8890">
            <a:solidFill>
              <a:srgbClr val="ED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08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orders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581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9464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Mandates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560320" y="3136392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3227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Contracting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88336" y="3538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electricians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70448" y="3355848"/>
            <a:ext cx="1627632" cy="265176"/>
          </a:xfrm>
          <a:prstGeom prst="roundRect">
            <a:avLst>
              <a:gd name="adj" fmla="val 34483"/>
            </a:avLst>
          </a:prstGeom>
          <a:solidFill>
            <a:srgbClr val="FFF3DB"/>
          </a:solidFill>
          <a:ln w="8890">
            <a:solidFill>
              <a:srgbClr val="FFF3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0448" y="3355848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4032504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41239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XYZ Logistics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88336" y="4434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warehouse roles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70448" y="4251960"/>
            <a:ext cx="1627632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4251960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4928616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5020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Facilities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88336" y="5330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HVAC technicians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70448" y="5148072"/>
            <a:ext cx="1627632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5148072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cannot claim employer authority without evidence. Licence and job mandate are independently reviewed.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institute — cohorts and talent pools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Institutes verify training; workers retain control of their own profiles.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20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66176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66176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450592"/>
            <a:ext cx="1664208" cy="3557016"/>
          </a:xfrm>
          <a:prstGeom prst="roundRect">
            <a:avLst>
              <a:gd name="adj" fmla="val 5495"/>
            </a:avLst>
          </a:prstGeom>
          <a:solidFill>
            <a:srgbClr val="EDF4FB"/>
          </a:solidFill>
          <a:ln w="8890">
            <a:solidFill>
              <a:srgbClr val="ED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08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581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Talent pools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9464" y="252374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Installation · 2026 Cohort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78608" y="3090672"/>
            <a:ext cx="2322576" cy="859536"/>
          </a:xfrm>
          <a:prstGeom prst="roundRect">
            <a:avLst>
              <a:gd name="adj" fmla="val 138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3209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15768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120640" y="3090672"/>
            <a:ext cx="2322576" cy="859536"/>
          </a:xfrm>
          <a:prstGeom prst="roundRect">
            <a:avLst>
              <a:gd name="adj" fmla="val 138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09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created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578608" y="4206240"/>
            <a:ext cx="2322576" cy="859536"/>
          </a:xfrm>
          <a:prstGeom prst="roundRect">
            <a:avLst>
              <a:gd name="adj" fmla="val 138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4325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SkillShows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15768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120640" y="4206240"/>
            <a:ext cx="2322576" cy="859536"/>
          </a:xfrm>
          <a:prstGeom prst="roundRect">
            <a:avLst>
              <a:gd name="adj" fmla="val 13830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4325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Assessments passed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578608" y="5477256"/>
            <a:ext cx="2331720" cy="393192"/>
          </a:xfrm>
          <a:prstGeom prst="roundRect">
            <a:avLst>
              <a:gd name="adj" fmla="val 18605"/>
            </a:avLst>
          </a:prstGeom>
          <a:solidFill>
            <a:srgbClr val="1967D2"/>
          </a:solidFill>
          <a:ln w="8890">
            <a:solidFill>
              <a:srgbClr val="1967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547725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GRADUATES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accept institute invitations. Institutes can attest training and issue evidence-backed certificates.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command centre — verification and trust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control: organizations, jobs, documents, reports and CRM.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856232"/>
            <a:ext cx="8266176" cy="4416552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856232"/>
            <a:ext cx="8266176" cy="393192"/>
          </a:xfrm>
          <a:prstGeom prst="roundRect">
            <a:avLst>
              <a:gd name="adj" fmla="val 23256"/>
            </a:avLst>
          </a:prstGeom>
          <a:solidFill>
            <a:srgbClr val="102238"/>
          </a:solidFill>
          <a:ln w="8890">
            <a:solidFill>
              <a:srgbClr val="10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93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1947672"/>
            <a:ext cx="5522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AF1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   Jobs    Talent    Recruitment    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450592"/>
            <a:ext cx="1673352" cy="3566160"/>
          </a:xfrm>
          <a:prstGeom prst="roundRect">
            <a:avLst>
              <a:gd name="adj" fmla="val 5464"/>
            </a:avLst>
          </a:prstGeom>
          <a:solidFill>
            <a:srgbClr val="EDF4FB"/>
          </a:solidFill>
          <a:ln w="8890">
            <a:solidFill>
              <a:srgbClr val="EDF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1518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00837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4015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58114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514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Queue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587752" y="3017520"/>
            <a:ext cx="5212080" cy="438912"/>
          </a:xfrm>
          <a:prstGeom prst="roundRect">
            <a:avLst>
              <a:gd name="adj" fmla="val 27083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309067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 licences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30906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87752" y="3566160"/>
            <a:ext cx="5212080" cy="438912"/>
          </a:xfrm>
          <a:prstGeom prst="roundRect">
            <a:avLst>
              <a:gd name="adj" fmla="val 27083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15768" y="363931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licences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3639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87752" y="4114800"/>
            <a:ext cx="5212080" cy="438912"/>
          </a:xfrm>
          <a:prstGeom prst="roundRect">
            <a:avLst>
              <a:gd name="adj" fmla="val 27083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418795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truth cards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41879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87752" y="4663440"/>
            <a:ext cx="5212080" cy="438912"/>
          </a:xfrm>
          <a:prstGeom prst="roundRect">
            <a:avLst>
              <a:gd name="adj" fmla="val 27083"/>
            </a:avLst>
          </a:prstGeom>
          <a:solidFill>
            <a:srgbClr val="F4F8FC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473659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documents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0568" y="4736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87752" y="5212080"/>
            <a:ext cx="5212080" cy="438912"/>
          </a:xfrm>
          <a:prstGeom prst="roundRect">
            <a:avLst>
              <a:gd name="adj" fmla="val 27083"/>
            </a:avLst>
          </a:prstGeom>
          <a:solidFill>
            <a:srgbClr val="FFF3DB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5285232"/>
            <a:ext cx="3474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reports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0568" y="5285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915400" y="1874520"/>
            <a:ext cx="2788920" cy="411480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2139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62288" y="2560320"/>
            <a:ext cx="226771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and disputes require audit trails, reason codes, role permissions and safe document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navigation — role-based portal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design system; separate worker mobile UX and institutional desktop workspaces.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84632" y="178308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5915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· Jobs · Truth Card · About · Safety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78308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28232" y="235915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· Jobs · Applications · Messages · Passport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" y="320040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7647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· Talent · Shortlists · Projects · Billing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7064" y="320040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377647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Mandates · Job orders · Candidates · Mobility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" y="461772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1937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Cohorts · Graduates · Assessments · Pools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27064" y="4617720"/>
            <a:ext cx="5440680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28232" y="5193792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· Jobs · Trust · CRM ·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release plan — build the marketplace loop first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delivery scope, not a claim that a live system already exists.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828800"/>
            <a:ext cx="11082528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2057400"/>
            <a:ext cx="132588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5740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59152" y="2048256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OTP + voice profile + SkillShow + Passport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880360"/>
            <a:ext cx="11082528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3108960"/>
            <a:ext cx="132588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10896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9152" y="3099816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Truth Cards + applications + employer posting/search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" y="3931920"/>
            <a:ext cx="11082528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160520"/>
            <a:ext cx="132588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16052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59152" y="4151376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mandates + institute cohorts + admin verification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" y="4983480"/>
            <a:ext cx="11082528" cy="859536"/>
          </a:xfrm>
          <a:prstGeom prst="roundRect">
            <a:avLst>
              <a:gd name="adj" fmla="val 13830"/>
            </a:avLst>
          </a:prstGeom>
          <a:solidFill>
            <a:srgbClr val="FFFFFF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5212080"/>
            <a:ext cx="1325880" cy="265176"/>
          </a:xfrm>
          <a:prstGeom prst="roundRect">
            <a:avLst>
              <a:gd name="adj" fmla="val 34483"/>
            </a:avLst>
          </a:prstGeom>
          <a:solidFill>
            <a:srgbClr val="E3F8EF"/>
          </a:solidFill>
          <a:ln w="8890">
            <a:solidFill>
              <a:srgbClr val="E3F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21208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59152" y="5202936"/>
            <a:ext cx="8823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tracking + messaging + analytics + billing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7A5"/>
          </a:solidFill>
          <a:ln w="12700">
            <a:solidFill>
              <a:srgbClr val="00B7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65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0624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BLUESKILLS.AE — from skill to opportunity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29768" y="12435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interface concept and end-to-end user journeys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82912" y="65562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3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WIREFRAMES  •  24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11183112" cy="4206240"/>
          </a:xfrm>
          <a:prstGeom prst="roundRect">
            <a:avLst>
              <a:gd name="adj" fmla="val 2826"/>
            </a:avLst>
          </a:prstGeom>
          <a:solidFill>
            <a:srgbClr val="102238"/>
          </a:solidFill>
          <a:ln w="8890">
            <a:solidFill>
              <a:srgbClr val="DD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15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86200" y="2615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7C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12280" y="2615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6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create once. Employers discover. Partners support. Everyone tracks the journey.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7C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SKILL IS YOUR PASSPORT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BLUESKILLS.AE | Product Concept and UX Mockups</dc:title>
  <dc:subject>BLUESKILLS.AE portal concept and user journeys</dc:subject>
  <dc:creator>OpenAI</dc:creator>
  <cp:lastModifiedBy>OpenAI</cp:lastModifiedBy>
  <cp:revision>1</cp:revision>
  <dcterms:created xsi:type="dcterms:W3CDTF">2026-10-09T05:50:12Z</dcterms:created>
  <dcterms:modified xsi:type="dcterms:W3CDTF">2026-10-09T05:50:12Z</dcterms:modified>
</cp:coreProperties>
</file>